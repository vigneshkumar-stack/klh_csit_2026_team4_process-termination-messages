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Linux Process Tree Visualizer  |  Operating Systems and Systems Programming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Process Tree Visualizer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tool that displays the hierarchy of running processes and their parent-child relationships in real time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Team Members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D. Vignesh Kumar - 2520090071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A. Shashank Reddy - 2520090139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Y. Sharath - 2520090062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Operating Systems and Systems Programming (25CS2104E)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Process relationships are hard to see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Linux process has a parent, yet common tools show a flat, fast-changing list. Users cannot easily tell what started what, or what happens to children when a parent exits.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2377440"/>
            <a:ext cx="26517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64008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Flat listings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2377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ps and top list processes by PID or CPU. The parent-child structure is only implied by a PPID column.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46120" y="2377440"/>
            <a:ext cx="26517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377440"/>
            <a:ext cx="64008" cy="21945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Static snapshots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788920"/>
            <a:ext cx="2377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one-time ps -ef output is stale immediately. Short-lived children appear and vanish between runs.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2377440"/>
            <a:ext cx="26517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377440"/>
            <a:ext cx="64008" cy="2194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Hidden anomalies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788920"/>
            <a:ext cx="2377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Zombies and orphans are easy to miss without seeing which parent failed to wait() or which init adopted the child.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live process data directly from the kernel through the /proc filesystem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the parent-child hierarchy from each process's PID and PPID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Render it as an indented tree, with the PID, name and state of every node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Refresh continuously so forks, exits and re-parenting appear in real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 zombie and orphaned processes visibly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Stay lightweight: standard C and POSIX calls, no extra libraries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OS Concepts Used</a:t>
            </a:r>
            <a:endParaRPr lang="en-US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Process and PCB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Kernel keeps per-process data; /proc/[pid]/stat exposes PID, name, state and PPID.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fork() and hierarchy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process is created by a parent, so all processes form a tree rooted at PID 1 (init/systemd).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283464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64008" cy="1600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Zombie and orphan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46120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terminated child stays a zombie (state Z) until reaped. Orphans are re-parented to init.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283464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3464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/proc filesystem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46120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virtual filesystem; reading it needs no special privileges for basic process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System Design</a:t>
            </a:r>
            <a:endParaRPr lang="en-US" dirty="0"/>
          </a:p>
        </p:txBody>
      </p:sp>
      <p:sp>
        <p:nvSpPr>
          <p:cNvPr id="3" name="step"/>
          <p:cNvSpPr/>
          <p:nvPr/>
        </p:nvSpPr>
        <p:spPr>
          <a:xfrm>
            <a:off x="457200" y="1097280"/>
            <a:ext cx="15087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Scan /proc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Enumerate numeric directories</a:t>
            </a:r>
            <a:endParaRPr lang="en-US" sz="1100" dirty="0"/>
          </a:p>
        </p:txBody>
      </p:sp>
      <p:sp>
        <p:nvSpPr>
          <p:cNvPr id="6" name="step"/>
          <p:cNvSpPr/>
          <p:nvPr/>
        </p:nvSpPr>
        <p:spPr>
          <a:xfrm>
            <a:off x="2103120" y="1097280"/>
            <a:ext cx="15087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Parse stat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627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Extract PID, name, state, PPID</a:t>
            </a:r>
            <a:endParaRPr lang="en-US" sz="1100" dirty="0"/>
          </a:p>
        </p:txBody>
      </p:sp>
      <p:sp>
        <p:nvSpPr>
          <p:cNvPr id="9" name="step"/>
          <p:cNvSpPr/>
          <p:nvPr/>
        </p:nvSpPr>
        <p:spPr>
          <a:xfrm>
            <a:off x="3749040" y="1097280"/>
            <a:ext cx="15087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Build tree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27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Map each PPID to its children</a:t>
            </a:r>
            <a:endParaRPr lang="en-US" sz="1100" dirty="0"/>
          </a:p>
        </p:txBody>
      </p:sp>
      <p:sp>
        <p:nvSpPr>
          <p:cNvPr id="12" name="step"/>
          <p:cNvSpPr/>
          <p:nvPr/>
        </p:nvSpPr>
        <p:spPr>
          <a:xfrm>
            <a:off x="5394960" y="1097280"/>
            <a:ext cx="15087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Render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627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Depth-first print with indentation</a:t>
            </a:r>
            <a:endParaRPr lang="en-US" sz="1100" dirty="0"/>
          </a:p>
        </p:txBody>
      </p:sp>
      <p:sp>
        <p:nvSpPr>
          <p:cNvPr id="15" name="step"/>
          <p:cNvSpPr/>
          <p:nvPr/>
        </p:nvSpPr>
        <p:spPr>
          <a:xfrm>
            <a:off x="7040880" y="1097280"/>
            <a:ext cx="15087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Refresh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627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Clear screen, repeat every interval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457200" y="2468880"/>
            <a:ext cx="39319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68880"/>
            <a:ext cx="64008" cy="2103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Design choices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0360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structure: array of nodes plus parent-to-children lists.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Traversal starts at PID 1; any node whose parent is missing is attached to the root.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loop reruns the whole scan each cycle.</a:t>
            </a:r>
            <a:endParaRPr lang="en-US" sz="1200" dirty="0"/>
          </a:p>
        </p:txBody>
      </p:sp>
      <p:sp>
        <p:nvSpPr>
          <p:cNvPr id="22" name="codebox"/>
          <p:cNvSpPr/>
          <p:nvPr/>
        </p:nvSpPr>
        <p:spPr>
          <a:xfrm>
            <a:off x="4572000" y="2468880"/>
            <a:ext cx="4114800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2606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 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sshd (812)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bash (2210)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 vim (2305)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cron (640)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app (3011)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worker (3012) [Z]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Implementation Approach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Language: C on Linux/Ubuntu, compiled with GCC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opendir()/readdir() over /proc; keep entries whose name is all digits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/proc/[pid]/stat with fopen/fscanf; handle process names containing spaces and parentheses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nodes in a dynamic array; add each to its parent's child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Recursive traversal prints tree-drawing characters and [Z] on zombies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Skip a process silently if it exits mid-scan (open fails); loop with sleep(1) and a clear-screen escape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Optional: filter by user or root PID, and a --once flag for a single snapshot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Technologies and Testing</a:t>
            </a:r>
            <a:endParaRPr lang="en-US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49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 (POSIX)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Linux / Ubuntu 20.04+ or WSL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GCC and Make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GDB for debugging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Code / vim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System calls: opendir, readdir, fopen, sleep, getpid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 against: pstree, ps -ef --forest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 plan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749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 output with pstree for the same moment.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 a shell, run nested commands, confirm the new branch appears live.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a child and confirm it disappears on refresh.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 a zombie (child exits, parent never waits) and confirm [Z].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a parent and confirm children move under PID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many short-lived processes to check for crashes.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Expected Outcome and Impact</a:t>
            </a:r>
            <a:endParaRPr lang="en-US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Outcome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working command-line tool that shows a live, readable process tree and highlights zombies and orphans.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 practice with /proc, fork hierarchy, process states and parent-child relationships.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28803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80360"/>
            <a:ext cx="64008" cy="1691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Practical use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91840"/>
            <a:ext cx="3749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Helps students, developers and administrators trace which process spawned what and spot leaked or stuck processes.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80360"/>
            <a:ext cx="64008" cy="1691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91840"/>
            <a:ext cx="3749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Colour by state, interactive navigation with ncurses, CPU and memory columns, kill-from-tree actions.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H">
  <a:themeElements>
    <a:clrScheme name="KLH">
      <a:dk1>
        <a:srgbClr val="1A1A1A"/>
      </a:dk1>
      <a:lt1>
        <a:srgbClr val="FFFFFF"/>
      </a:lt1>
      <a:dk2>
        <a:srgbClr val="1F3864"/>
      </a:dk2>
      <a:lt2>
        <a:srgbClr val="F4F4F6"/>
      </a:lt2>
      <a:accent1>
        <a:srgbClr val="C00000"/>
      </a:accent1>
      <a:accent2>
        <a:srgbClr val="1F3864"/>
      </a:accent2>
      <a:accent3>
        <a:srgbClr val="2E7D32"/>
      </a:accent3>
      <a:accent4>
        <a:srgbClr val="E08A00"/>
      </a:accent4>
      <a:accent5>
        <a:srgbClr val="6A4C93"/>
      </a:accent5>
      <a:accent6>
        <a:srgbClr val="5F6B7A"/>
      </a:accent6>
      <a:hlink>
        <a:srgbClr val="1F3864"/>
      </a:hlink>
      <a:folHlink>
        <a:srgbClr val="6A4C93"/>
      </a:folHlink>
    </a:clrScheme>
    <a:fontScheme name="KLH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2026-10-17T04:45:39Z</dcterms:created>
  <dcterms:modified xsi:type="dcterms:W3CDTF">2026-10-17T04:45:39Z</dcterms:modified>
</cp:coreProperties>
</file>